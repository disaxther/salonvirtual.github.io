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cripter" charset="1" panose="00000000000000000000"/>
      <p:regular r:id="rId16"/>
    </p:embeddedFont>
    <p:embeddedFont>
      <p:font typeface="Open Sans Bold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1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2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3453">
            <a:off x="5409980" y="8094817"/>
            <a:ext cx="7468041" cy="1612418"/>
          </a:xfrm>
          <a:custGeom>
            <a:avLst/>
            <a:gdLst/>
            <a:ahLst/>
            <a:cxnLst/>
            <a:rect r="r" b="b" t="t" l="l"/>
            <a:pathLst>
              <a:path h="1612418" w="7468041">
                <a:moveTo>
                  <a:pt x="0" y="0"/>
                </a:moveTo>
                <a:lnTo>
                  <a:pt x="7468040" y="0"/>
                </a:lnTo>
                <a:lnTo>
                  <a:pt x="7468040" y="1612418"/>
                </a:lnTo>
                <a:lnTo>
                  <a:pt x="0" y="16124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4368" y="3566133"/>
            <a:ext cx="10159264" cy="4764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57"/>
              </a:lnSpc>
            </a:pPr>
            <a:r>
              <a:rPr lang="en-US" sz="15089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CUIDADO DEL AMBIENTE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3714825">
            <a:off x="3430855" y="3063824"/>
            <a:ext cx="1669076" cy="880058"/>
          </a:xfrm>
          <a:custGeom>
            <a:avLst/>
            <a:gdLst/>
            <a:ahLst/>
            <a:cxnLst/>
            <a:rect r="r" b="b" t="t" l="l"/>
            <a:pathLst>
              <a:path h="880058" w="1669076">
                <a:moveTo>
                  <a:pt x="0" y="0"/>
                </a:moveTo>
                <a:lnTo>
                  <a:pt x="1669076" y="0"/>
                </a:lnTo>
                <a:lnTo>
                  <a:pt x="1669076" y="880058"/>
                </a:lnTo>
                <a:lnTo>
                  <a:pt x="0" y="880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116848">
            <a:off x="13111842" y="3048776"/>
            <a:ext cx="1669076" cy="880058"/>
          </a:xfrm>
          <a:custGeom>
            <a:avLst/>
            <a:gdLst/>
            <a:ahLst/>
            <a:cxnLst/>
            <a:rect r="r" b="b" t="t" l="l"/>
            <a:pathLst>
              <a:path h="880058" w="1669076">
                <a:moveTo>
                  <a:pt x="0" y="0"/>
                </a:moveTo>
                <a:lnTo>
                  <a:pt x="1669077" y="0"/>
                </a:lnTo>
                <a:lnTo>
                  <a:pt x="1669077" y="880058"/>
                </a:lnTo>
                <a:lnTo>
                  <a:pt x="0" y="880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68864">
            <a:off x="-856301" y="4532744"/>
            <a:ext cx="5721063" cy="7783759"/>
          </a:xfrm>
          <a:custGeom>
            <a:avLst/>
            <a:gdLst/>
            <a:ahLst/>
            <a:cxnLst/>
            <a:rect r="r" b="b" t="t" l="l"/>
            <a:pathLst>
              <a:path h="7783759" w="5721063">
                <a:moveTo>
                  <a:pt x="0" y="0"/>
                </a:moveTo>
                <a:lnTo>
                  <a:pt x="5721063" y="0"/>
                </a:lnTo>
                <a:lnTo>
                  <a:pt x="5721063" y="7783758"/>
                </a:lnTo>
                <a:lnTo>
                  <a:pt x="0" y="77837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47276" y="1469713"/>
            <a:ext cx="6437438" cy="2034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01"/>
              </a:lnSpc>
            </a:pPr>
            <a:r>
              <a:rPr lang="en-US" sz="907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PROYECTO DE: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339524">
            <a:off x="-700573" y="1268171"/>
            <a:ext cx="4990450" cy="2694843"/>
          </a:xfrm>
          <a:custGeom>
            <a:avLst/>
            <a:gdLst/>
            <a:ahLst/>
            <a:cxnLst/>
            <a:rect r="r" b="b" t="t" l="l"/>
            <a:pathLst>
              <a:path h="2694843" w="4990450">
                <a:moveTo>
                  <a:pt x="0" y="0"/>
                </a:moveTo>
                <a:lnTo>
                  <a:pt x="4990451" y="0"/>
                </a:lnTo>
                <a:lnTo>
                  <a:pt x="4990451" y="2694843"/>
                </a:lnTo>
                <a:lnTo>
                  <a:pt x="0" y="26948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1396017">
            <a:off x="13589433" y="4541504"/>
            <a:ext cx="5721063" cy="7783759"/>
          </a:xfrm>
          <a:custGeom>
            <a:avLst/>
            <a:gdLst/>
            <a:ahLst/>
            <a:cxnLst/>
            <a:rect r="r" b="b" t="t" l="l"/>
            <a:pathLst>
              <a:path h="7783759" w="5721063">
                <a:moveTo>
                  <a:pt x="5721062" y="0"/>
                </a:moveTo>
                <a:lnTo>
                  <a:pt x="0" y="0"/>
                </a:lnTo>
                <a:lnTo>
                  <a:pt x="0" y="7783758"/>
                </a:lnTo>
                <a:lnTo>
                  <a:pt x="5721062" y="7783758"/>
                </a:lnTo>
                <a:lnTo>
                  <a:pt x="5721062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79702" y="-660110"/>
            <a:ext cx="18688620" cy="1320220"/>
            <a:chOff x="0" y="0"/>
            <a:chExt cx="4922106" cy="3477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22106" cy="347712"/>
            </a:xfrm>
            <a:custGeom>
              <a:avLst/>
              <a:gdLst/>
              <a:ahLst/>
              <a:cxnLst/>
              <a:rect r="r" b="b" t="t" l="l"/>
              <a:pathLst>
                <a:path h="347712" w="4922106">
                  <a:moveTo>
                    <a:pt x="0" y="0"/>
                  </a:moveTo>
                  <a:lnTo>
                    <a:pt x="4922106" y="0"/>
                  </a:lnTo>
                  <a:lnTo>
                    <a:pt x="4922106" y="347712"/>
                  </a:lnTo>
                  <a:lnTo>
                    <a:pt x="0" y="347712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922106" cy="385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254937">
            <a:off x="13815962" y="1209869"/>
            <a:ext cx="4990450" cy="2694843"/>
          </a:xfrm>
          <a:custGeom>
            <a:avLst/>
            <a:gdLst/>
            <a:ahLst/>
            <a:cxnLst/>
            <a:rect r="r" b="b" t="t" l="l"/>
            <a:pathLst>
              <a:path h="2694843" w="4990450">
                <a:moveTo>
                  <a:pt x="4990450" y="0"/>
                </a:moveTo>
                <a:lnTo>
                  <a:pt x="0" y="0"/>
                </a:lnTo>
                <a:lnTo>
                  <a:pt x="0" y="2694843"/>
                </a:lnTo>
                <a:lnTo>
                  <a:pt x="4990450" y="2694843"/>
                </a:lnTo>
                <a:lnTo>
                  <a:pt x="499045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88516" y="1036427"/>
            <a:ext cx="7122818" cy="304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29"/>
              </a:lnSpc>
            </a:pPr>
            <a:r>
              <a:rPr lang="en-US" sz="18701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ÍNDICE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18155" y="4839393"/>
            <a:ext cx="533442" cy="533442"/>
          </a:xfrm>
          <a:custGeom>
            <a:avLst/>
            <a:gdLst/>
            <a:ahLst/>
            <a:cxnLst/>
            <a:rect r="r" b="b" t="t" l="l"/>
            <a:pathLst>
              <a:path h="533442" w="533442">
                <a:moveTo>
                  <a:pt x="0" y="0"/>
                </a:moveTo>
                <a:lnTo>
                  <a:pt x="533442" y="0"/>
                </a:lnTo>
                <a:lnTo>
                  <a:pt x="533442" y="533442"/>
                </a:lnTo>
                <a:lnTo>
                  <a:pt x="0" y="53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81315" y="4684365"/>
            <a:ext cx="9168902" cy="68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3"/>
              </a:lnSpc>
            </a:pPr>
            <a:r>
              <a:rPr lang="en-US" sz="40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Concepto de cuidado del ambiente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51597" y="6288035"/>
            <a:ext cx="7835866" cy="68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3"/>
              </a:lnSpc>
            </a:pPr>
            <a:r>
              <a:rPr lang="en-US" sz="40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Amenazas al medio ambiente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32508" y="6362921"/>
            <a:ext cx="533442" cy="533442"/>
          </a:xfrm>
          <a:custGeom>
            <a:avLst/>
            <a:gdLst/>
            <a:ahLst/>
            <a:cxnLst/>
            <a:rect r="r" b="b" t="t" l="l"/>
            <a:pathLst>
              <a:path h="533442" w="533442">
                <a:moveTo>
                  <a:pt x="0" y="0"/>
                </a:moveTo>
                <a:lnTo>
                  <a:pt x="533443" y="0"/>
                </a:lnTo>
                <a:lnTo>
                  <a:pt x="533443" y="533442"/>
                </a:lnTo>
                <a:lnTo>
                  <a:pt x="0" y="53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13453">
            <a:off x="6061469" y="3532387"/>
            <a:ext cx="5576913" cy="1204106"/>
          </a:xfrm>
          <a:custGeom>
            <a:avLst/>
            <a:gdLst/>
            <a:ahLst/>
            <a:cxnLst/>
            <a:rect r="r" b="b" t="t" l="l"/>
            <a:pathLst>
              <a:path h="1204106" w="5576913">
                <a:moveTo>
                  <a:pt x="0" y="0"/>
                </a:moveTo>
                <a:lnTo>
                  <a:pt x="5576913" y="0"/>
                </a:lnTo>
                <a:lnTo>
                  <a:pt x="5576913" y="1204106"/>
                </a:lnTo>
                <a:lnTo>
                  <a:pt x="0" y="12041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069247">
            <a:off x="-123510" y="-906952"/>
            <a:ext cx="3027558" cy="4286808"/>
          </a:xfrm>
          <a:custGeom>
            <a:avLst/>
            <a:gdLst/>
            <a:ahLst/>
            <a:cxnLst/>
            <a:rect r="r" b="b" t="t" l="l"/>
            <a:pathLst>
              <a:path h="4286808" w="3027558">
                <a:moveTo>
                  <a:pt x="0" y="0"/>
                </a:moveTo>
                <a:lnTo>
                  <a:pt x="3027558" y="0"/>
                </a:lnTo>
                <a:lnTo>
                  <a:pt x="3027558" y="4286808"/>
                </a:lnTo>
                <a:lnTo>
                  <a:pt x="0" y="42868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18155" y="5600879"/>
            <a:ext cx="533442" cy="533442"/>
          </a:xfrm>
          <a:custGeom>
            <a:avLst/>
            <a:gdLst/>
            <a:ahLst/>
            <a:cxnLst/>
            <a:rect r="r" b="b" t="t" l="l"/>
            <a:pathLst>
              <a:path h="533442" w="533442">
                <a:moveTo>
                  <a:pt x="0" y="0"/>
                </a:moveTo>
                <a:lnTo>
                  <a:pt x="533442" y="0"/>
                </a:lnTo>
                <a:lnTo>
                  <a:pt x="533442" y="533442"/>
                </a:lnTo>
                <a:lnTo>
                  <a:pt x="0" y="53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81315" y="5485265"/>
            <a:ext cx="9288530" cy="68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3"/>
              </a:lnSpc>
            </a:pPr>
            <a:r>
              <a:rPr lang="en-US" sz="40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Importancia del cuidado ambiental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81315" y="7069127"/>
            <a:ext cx="6321890" cy="68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3"/>
              </a:lnSpc>
            </a:pPr>
            <a:r>
              <a:rPr lang="en-US" sz="40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Tipos de contaminación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4232508" y="7184741"/>
            <a:ext cx="533442" cy="533442"/>
          </a:xfrm>
          <a:custGeom>
            <a:avLst/>
            <a:gdLst/>
            <a:ahLst/>
            <a:cxnLst/>
            <a:rect r="r" b="b" t="t" l="l"/>
            <a:pathLst>
              <a:path h="533442" w="533442">
                <a:moveTo>
                  <a:pt x="0" y="0"/>
                </a:moveTo>
                <a:lnTo>
                  <a:pt x="533443" y="0"/>
                </a:lnTo>
                <a:lnTo>
                  <a:pt x="533443" y="533442"/>
                </a:lnTo>
                <a:lnTo>
                  <a:pt x="0" y="53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18155" y="7946783"/>
            <a:ext cx="533442" cy="533442"/>
          </a:xfrm>
          <a:custGeom>
            <a:avLst/>
            <a:gdLst/>
            <a:ahLst/>
            <a:cxnLst/>
            <a:rect r="r" b="b" t="t" l="l"/>
            <a:pathLst>
              <a:path h="533442" w="533442">
                <a:moveTo>
                  <a:pt x="0" y="0"/>
                </a:moveTo>
                <a:lnTo>
                  <a:pt x="533442" y="0"/>
                </a:lnTo>
                <a:lnTo>
                  <a:pt x="533442" y="533442"/>
                </a:lnTo>
                <a:lnTo>
                  <a:pt x="0" y="5334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751597" y="7852847"/>
            <a:ext cx="7835866" cy="68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83"/>
              </a:lnSpc>
            </a:pPr>
            <a:r>
              <a:rPr lang="en-US" sz="405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Impacto del cambio climático</a:t>
            </a:r>
          </a:p>
        </p:txBody>
      </p:sp>
      <p:grpSp>
        <p:nvGrpSpPr>
          <p:cNvPr name="Group 16" id="16"/>
          <p:cNvGrpSpPr/>
          <p:nvPr/>
        </p:nvGrpSpPr>
        <p:grpSpPr>
          <a:xfrm rot="-3097135">
            <a:off x="16125066" y="-4010175"/>
            <a:ext cx="2268467" cy="8683227"/>
            <a:chOff x="0" y="0"/>
            <a:chExt cx="597456" cy="22869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7456" cy="2286940"/>
            </a:xfrm>
            <a:custGeom>
              <a:avLst/>
              <a:gdLst/>
              <a:ahLst/>
              <a:cxnLst/>
              <a:rect r="r" b="b" t="t" l="l"/>
              <a:pathLst>
                <a:path h="2286940" w="597456">
                  <a:moveTo>
                    <a:pt x="0" y="0"/>
                  </a:moveTo>
                  <a:lnTo>
                    <a:pt x="597456" y="0"/>
                  </a:lnTo>
                  <a:lnTo>
                    <a:pt x="597456" y="2286940"/>
                  </a:lnTo>
                  <a:lnTo>
                    <a:pt x="0" y="2286940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97456" cy="23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true" rot="8826078">
            <a:off x="15516345" y="7253806"/>
            <a:ext cx="3027558" cy="4286808"/>
          </a:xfrm>
          <a:custGeom>
            <a:avLst/>
            <a:gdLst/>
            <a:ahLst/>
            <a:cxnLst/>
            <a:rect r="r" b="b" t="t" l="l"/>
            <a:pathLst>
              <a:path h="4286808" w="3027558">
                <a:moveTo>
                  <a:pt x="0" y="4286808"/>
                </a:moveTo>
                <a:lnTo>
                  <a:pt x="3027558" y="4286808"/>
                </a:lnTo>
                <a:lnTo>
                  <a:pt x="3027558" y="0"/>
                </a:lnTo>
                <a:lnTo>
                  <a:pt x="0" y="0"/>
                </a:lnTo>
                <a:lnTo>
                  <a:pt x="0" y="4286808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613498">
            <a:off x="-427501" y="4365837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0" y="0"/>
                </a:moveTo>
                <a:lnTo>
                  <a:pt x="3635540" y="0"/>
                </a:lnTo>
                <a:lnTo>
                  <a:pt x="3635540" y="1963192"/>
                </a:lnTo>
                <a:lnTo>
                  <a:pt x="0" y="19631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242669">
            <a:off x="14934651" y="4365837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3635540" y="0"/>
                </a:moveTo>
                <a:lnTo>
                  <a:pt x="0" y="0"/>
                </a:lnTo>
                <a:lnTo>
                  <a:pt x="0" y="1963192"/>
                </a:lnTo>
                <a:lnTo>
                  <a:pt x="3635540" y="1963192"/>
                </a:lnTo>
                <a:lnTo>
                  <a:pt x="363554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4032038">
            <a:off x="4393728" y="1064417"/>
            <a:ext cx="1669076" cy="880058"/>
          </a:xfrm>
          <a:custGeom>
            <a:avLst/>
            <a:gdLst/>
            <a:ahLst/>
            <a:cxnLst/>
            <a:rect r="r" b="b" t="t" l="l"/>
            <a:pathLst>
              <a:path h="880058" w="1669076">
                <a:moveTo>
                  <a:pt x="0" y="0"/>
                </a:moveTo>
                <a:lnTo>
                  <a:pt x="1669076" y="0"/>
                </a:lnTo>
                <a:lnTo>
                  <a:pt x="1669076" y="880058"/>
                </a:lnTo>
                <a:lnTo>
                  <a:pt x="0" y="8800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-5977141">
            <a:off x="11576796" y="1111513"/>
            <a:ext cx="1669076" cy="880058"/>
          </a:xfrm>
          <a:custGeom>
            <a:avLst/>
            <a:gdLst/>
            <a:ahLst/>
            <a:cxnLst/>
            <a:rect r="r" b="b" t="t" l="l"/>
            <a:pathLst>
              <a:path h="880058" w="1669076">
                <a:moveTo>
                  <a:pt x="0" y="880059"/>
                </a:moveTo>
                <a:lnTo>
                  <a:pt x="1669077" y="880059"/>
                </a:lnTo>
                <a:lnTo>
                  <a:pt x="1669077" y="0"/>
                </a:lnTo>
                <a:lnTo>
                  <a:pt x="0" y="0"/>
                </a:lnTo>
                <a:lnTo>
                  <a:pt x="0" y="88005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3097135">
            <a:off x="-460537" y="5377491"/>
            <a:ext cx="2268467" cy="8683227"/>
            <a:chOff x="0" y="0"/>
            <a:chExt cx="597456" cy="22869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97456" cy="2286940"/>
            </a:xfrm>
            <a:custGeom>
              <a:avLst/>
              <a:gdLst/>
              <a:ahLst/>
              <a:cxnLst/>
              <a:rect r="r" b="b" t="t" l="l"/>
              <a:pathLst>
                <a:path h="2286940" w="597456">
                  <a:moveTo>
                    <a:pt x="0" y="0"/>
                  </a:moveTo>
                  <a:lnTo>
                    <a:pt x="597456" y="0"/>
                  </a:lnTo>
                  <a:lnTo>
                    <a:pt x="597456" y="2286940"/>
                  </a:lnTo>
                  <a:lnTo>
                    <a:pt x="0" y="2286940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97456" cy="23250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99373" y="1560618"/>
            <a:ext cx="8112360" cy="189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21"/>
              </a:lnSpc>
            </a:pPr>
            <a:r>
              <a:rPr lang="en-US" sz="11670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INTRODUCCIÓN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13453">
            <a:off x="9621176" y="3353976"/>
            <a:ext cx="5868755" cy="1267118"/>
          </a:xfrm>
          <a:custGeom>
            <a:avLst/>
            <a:gdLst/>
            <a:ahLst/>
            <a:cxnLst/>
            <a:rect r="r" b="b" t="t" l="l"/>
            <a:pathLst>
              <a:path h="1267118" w="5868755">
                <a:moveTo>
                  <a:pt x="0" y="0"/>
                </a:moveTo>
                <a:lnTo>
                  <a:pt x="5868755" y="0"/>
                </a:lnTo>
                <a:lnTo>
                  <a:pt x="5868755" y="1267118"/>
                </a:lnTo>
                <a:lnTo>
                  <a:pt x="0" y="12671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04608" y="1712008"/>
            <a:ext cx="7748537" cy="6954312"/>
          </a:xfrm>
          <a:custGeom>
            <a:avLst/>
            <a:gdLst/>
            <a:ahLst/>
            <a:cxnLst/>
            <a:rect r="r" b="b" t="t" l="l"/>
            <a:pathLst>
              <a:path h="6954312" w="7748537">
                <a:moveTo>
                  <a:pt x="0" y="0"/>
                </a:moveTo>
                <a:lnTo>
                  <a:pt x="7748537" y="0"/>
                </a:lnTo>
                <a:lnTo>
                  <a:pt x="7748537" y="6954311"/>
                </a:lnTo>
                <a:lnTo>
                  <a:pt x="0" y="6954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98125" y="4612013"/>
            <a:ext cx="9291420" cy="399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9"/>
              </a:lnSpc>
            </a:pPr>
            <a:r>
              <a:rPr lang="en-US" sz="32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 presentación analizará el cuidado del medio ambiente, su importancia, las principales amenazas, los tipos de contaminación y el impacto del cambio climático. Reflexionaremos sobre la urgencia de tomar acciones responsables para garantizar un futuro sostenible.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67182">
            <a:off x="1751890" y="-373911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0" y="0"/>
                </a:moveTo>
                <a:lnTo>
                  <a:pt x="3635541" y="0"/>
                </a:lnTo>
                <a:lnTo>
                  <a:pt x="3635541" y="1963192"/>
                </a:lnTo>
                <a:lnTo>
                  <a:pt x="0" y="1963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139656" y="9675969"/>
            <a:ext cx="20567313" cy="1028700"/>
            <a:chOff x="0" y="0"/>
            <a:chExt cx="5416905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16905" cy="270933"/>
            </a:xfrm>
            <a:custGeom>
              <a:avLst/>
              <a:gdLst/>
              <a:ahLst/>
              <a:cxnLst/>
              <a:rect r="r" b="b" t="t" l="l"/>
              <a:pathLst>
                <a:path h="270933" w="5416905">
                  <a:moveTo>
                    <a:pt x="0" y="0"/>
                  </a:moveTo>
                  <a:lnTo>
                    <a:pt x="5416905" y="0"/>
                  </a:lnTo>
                  <a:lnTo>
                    <a:pt x="5416905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16905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4032038">
            <a:off x="7351299" y="1467538"/>
            <a:ext cx="1465441" cy="772687"/>
          </a:xfrm>
          <a:custGeom>
            <a:avLst/>
            <a:gdLst/>
            <a:ahLst/>
            <a:cxnLst/>
            <a:rect r="r" b="b" t="t" l="l"/>
            <a:pathLst>
              <a:path h="772687" w="1465441">
                <a:moveTo>
                  <a:pt x="0" y="0"/>
                </a:moveTo>
                <a:lnTo>
                  <a:pt x="1465441" y="0"/>
                </a:lnTo>
                <a:lnTo>
                  <a:pt x="1465441" y="772687"/>
                </a:lnTo>
                <a:lnTo>
                  <a:pt x="0" y="7726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6250736">
            <a:off x="16256825" y="1487685"/>
            <a:ext cx="1465441" cy="772687"/>
          </a:xfrm>
          <a:custGeom>
            <a:avLst/>
            <a:gdLst/>
            <a:ahLst/>
            <a:cxnLst/>
            <a:rect r="r" b="b" t="t" l="l"/>
            <a:pathLst>
              <a:path h="772687" w="1465441">
                <a:moveTo>
                  <a:pt x="1465441" y="772687"/>
                </a:moveTo>
                <a:lnTo>
                  <a:pt x="0" y="772687"/>
                </a:lnTo>
                <a:lnTo>
                  <a:pt x="0" y="0"/>
                </a:lnTo>
                <a:lnTo>
                  <a:pt x="1465441" y="0"/>
                </a:lnTo>
                <a:lnTo>
                  <a:pt x="1465441" y="77268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38090" y="1248468"/>
            <a:ext cx="7211820" cy="207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17"/>
              </a:lnSpc>
            </a:pPr>
            <a:r>
              <a:rPr lang="en-US" sz="1274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CONCEPTO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13453">
            <a:off x="6110153" y="3101105"/>
            <a:ext cx="5868755" cy="1267118"/>
          </a:xfrm>
          <a:custGeom>
            <a:avLst/>
            <a:gdLst/>
            <a:ahLst/>
            <a:cxnLst/>
            <a:rect r="r" b="b" t="t" l="l"/>
            <a:pathLst>
              <a:path h="1267118" w="5868755">
                <a:moveTo>
                  <a:pt x="0" y="0"/>
                </a:moveTo>
                <a:lnTo>
                  <a:pt x="5868756" y="0"/>
                </a:lnTo>
                <a:lnTo>
                  <a:pt x="5868756" y="1267117"/>
                </a:lnTo>
                <a:lnTo>
                  <a:pt x="0" y="12671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239126" y="9656699"/>
            <a:ext cx="20567313" cy="630301"/>
            <a:chOff x="0" y="0"/>
            <a:chExt cx="5416905" cy="1660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16905" cy="166005"/>
            </a:xfrm>
            <a:custGeom>
              <a:avLst/>
              <a:gdLst/>
              <a:ahLst/>
              <a:cxnLst/>
              <a:rect r="r" b="b" t="t" l="l"/>
              <a:pathLst>
                <a:path h="166005" w="5416905">
                  <a:moveTo>
                    <a:pt x="0" y="0"/>
                  </a:moveTo>
                  <a:lnTo>
                    <a:pt x="5416905" y="0"/>
                  </a:lnTo>
                  <a:lnTo>
                    <a:pt x="5416905" y="166005"/>
                  </a:lnTo>
                  <a:lnTo>
                    <a:pt x="0" y="166005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16905" cy="20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1963199">
            <a:off x="-77955" y="6580948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0" y="0"/>
                </a:moveTo>
                <a:lnTo>
                  <a:pt x="3635541" y="0"/>
                </a:lnTo>
                <a:lnTo>
                  <a:pt x="3635541" y="1963192"/>
                </a:lnTo>
                <a:lnTo>
                  <a:pt x="0" y="1963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58422">
            <a:off x="14811123" y="1546708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0" y="0"/>
                </a:moveTo>
                <a:lnTo>
                  <a:pt x="3635541" y="0"/>
                </a:lnTo>
                <a:lnTo>
                  <a:pt x="3635541" y="1963192"/>
                </a:lnTo>
                <a:lnTo>
                  <a:pt x="0" y="19631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653219">
            <a:off x="2965194" y="1531864"/>
            <a:ext cx="1669076" cy="880058"/>
          </a:xfrm>
          <a:custGeom>
            <a:avLst/>
            <a:gdLst/>
            <a:ahLst/>
            <a:cxnLst/>
            <a:rect r="r" b="b" t="t" l="l"/>
            <a:pathLst>
              <a:path h="880058" w="1669076">
                <a:moveTo>
                  <a:pt x="0" y="0"/>
                </a:moveTo>
                <a:lnTo>
                  <a:pt x="1669076" y="0"/>
                </a:lnTo>
                <a:lnTo>
                  <a:pt x="1669076" y="880058"/>
                </a:lnTo>
                <a:lnTo>
                  <a:pt x="0" y="8800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564436">
            <a:off x="13865821" y="4424553"/>
            <a:ext cx="1669076" cy="880058"/>
          </a:xfrm>
          <a:custGeom>
            <a:avLst/>
            <a:gdLst/>
            <a:ahLst/>
            <a:cxnLst/>
            <a:rect r="r" b="b" t="t" l="l"/>
            <a:pathLst>
              <a:path h="880058" w="1669076">
                <a:moveTo>
                  <a:pt x="0" y="0"/>
                </a:moveTo>
                <a:lnTo>
                  <a:pt x="1669076" y="0"/>
                </a:lnTo>
                <a:lnTo>
                  <a:pt x="1669076" y="880058"/>
                </a:lnTo>
                <a:lnTo>
                  <a:pt x="0" y="8800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05942" y="1758479"/>
            <a:ext cx="4005674" cy="3995660"/>
          </a:xfrm>
          <a:custGeom>
            <a:avLst/>
            <a:gdLst/>
            <a:ahLst/>
            <a:cxnLst/>
            <a:rect r="r" b="b" t="t" l="l"/>
            <a:pathLst>
              <a:path h="3995660" w="4005674">
                <a:moveTo>
                  <a:pt x="0" y="0"/>
                </a:moveTo>
                <a:lnTo>
                  <a:pt x="4005674" y="0"/>
                </a:lnTo>
                <a:lnTo>
                  <a:pt x="4005674" y="3995660"/>
                </a:lnTo>
                <a:lnTo>
                  <a:pt x="0" y="39956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701108" y="4303222"/>
            <a:ext cx="8686846" cy="4591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</a:pPr>
            <a:r>
              <a:rPr lang="en-US" sz="32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cuidado del ambiente es una responsabilidad humana que implica proteger y preservar los ecosistemas, asegurando el uso sostenible de los recursos naturales. Esto requiere actuar de manera consciente para evitar su agotamiento y permitir su regeneración a un ritmo adecuado.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0">
            <a:off x="14434744" y="5033107"/>
            <a:ext cx="4005674" cy="3995660"/>
          </a:xfrm>
          <a:custGeom>
            <a:avLst/>
            <a:gdLst/>
            <a:ahLst/>
            <a:cxnLst/>
            <a:rect r="r" b="b" t="t" l="l"/>
            <a:pathLst>
              <a:path h="3995660" w="4005674">
                <a:moveTo>
                  <a:pt x="4005675" y="0"/>
                </a:moveTo>
                <a:lnTo>
                  <a:pt x="0" y="0"/>
                </a:lnTo>
                <a:lnTo>
                  <a:pt x="0" y="3995660"/>
                </a:lnTo>
                <a:lnTo>
                  <a:pt x="4005675" y="3995660"/>
                </a:lnTo>
                <a:lnTo>
                  <a:pt x="4005675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1139656" y="0"/>
            <a:ext cx="20567313" cy="630301"/>
            <a:chOff x="0" y="0"/>
            <a:chExt cx="5416905" cy="1660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16905" cy="166005"/>
            </a:xfrm>
            <a:custGeom>
              <a:avLst/>
              <a:gdLst/>
              <a:ahLst/>
              <a:cxnLst/>
              <a:rect r="r" b="b" t="t" l="l"/>
              <a:pathLst>
                <a:path h="166005" w="5416905">
                  <a:moveTo>
                    <a:pt x="0" y="0"/>
                  </a:moveTo>
                  <a:lnTo>
                    <a:pt x="5416905" y="0"/>
                  </a:lnTo>
                  <a:lnTo>
                    <a:pt x="5416905" y="166005"/>
                  </a:lnTo>
                  <a:lnTo>
                    <a:pt x="0" y="166005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416905" cy="204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92631" y="1239765"/>
            <a:ext cx="8909050" cy="199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15"/>
              </a:lnSpc>
            </a:pPr>
            <a:r>
              <a:rPr lang="en-US" sz="12244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IMPORTANCIA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13453">
            <a:off x="3919687" y="3161689"/>
            <a:ext cx="5868755" cy="1267118"/>
          </a:xfrm>
          <a:custGeom>
            <a:avLst/>
            <a:gdLst/>
            <a:ahLst/>
            <a:cxnLst/>
            <a:rect r="r" b="b" t="t" l="l"/>
            <a:pathLst>
              <a:path h="1267118" w="5868755">
                <a:moveTo>
                  <a:pt x="0" y="0"/>
                </a:moveTo>
                <a:lnTo>
                  <a:pt x="5868756" y="0"/>
                </a:lnTo>
                <a:lnTo>
                  <a:pt x="5868756" y="1267117"/>
                </a:lnTo>
                <a:lnTo>
                  <a:pt x="0" y="12671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14657" y="1538356"/>
            <a:ext cx="4812867" cy="7210288"/>
          </a:xfrm>
          <a:custGeom>
            <a:avLst/>
            <a:gdLst/>
            <a:ahLst/>
            <a:cxnLst/>
            <a:rect r="r" b="b" t="t" l="l"/>
            <a:pathLst>
              <a:path h="7210288" w="4812867">
                <a:moveTo>
                  <a:pt x="0" y="0"/>
                </a:moveTo>
                <a:lnTo>
                  <a:pt x="4812867" y="0"/>
                </a:lnTo>
                <a:lnTo>
                  <a:pt x="4812867" y="7210288"/>
                </a:lnTo>
                <a:lnTo>
                  <a:pt x="0" y="721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7139" y="4381161"/>
            <a:ext cx="9780033" cy="453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5"/>
              </a:lnSpc>
            </a:pPr>
            <a:r>
              <a:rPr lang="en-US" sz="286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importancia del cuidado del ambiente radica en garantizar la supervivencia de los seres humanos y otras especies, al mantener el equilibrio de los ecosistemas. Proteger el entorno es fundamental para conservar los recursos naturales, asegurar el bienestar de las generaciones futuras y prevenir desastres ambientales, como el cambio climático, la pérdida de biodiversidad y la contaminación, que amenazan la salud y calidad de vida.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3022665">
            <a:off x="11533430" y="1058270"/>
            <a:ext cx="1821015" cy="960172"/>
          </a:xfrm>
          <a:custGeom>
            <a:avLst/>
            <a:gdLst/>
            <a:ahLst/>
            <a:cxnLst/>
            <a:rect r="r" b="b" t="t" l="l"/>
            <a:pathLst>
              <a:path h="960172" w="1821015">
                <a:moveTo>
                  <a:pt x="0" y="0"/>
                </a:moveTo>
                <a:lnTo>
                  <a:pt x="1821015" y="0"/>
                </a:lnTo>
                <a:lnTo>
                  <a:pt x="1821015" y="960172"/>
                </a:lnTo>
                <a:lnTo>
                  <a:pt x="0" y="9601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8999041">
            <a:off x="-789070" y="73331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3635540" y="0"/>
                </a:moveTo>
                <a:lnTo>
                  <a:pt x="0" y="0"/>
                </a:lnTo>
                <a:lnTo>
                  <a:pt x="0" y="1963192"/>
                </a:lnTo>
                <a:lnTo>
                  <a:pt x="3635540" y="1963192"/>
                </a:lnTo>
                <a:lnTo>
                  <a:pt x="363554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3453">
            <a:off x="9703513" y="2803897"/>
            <a:ext cx="5868755" cy="1267118"/>
          </a:xfrm>
          <a:custGeom>
            <a:avLst/>
            <a:gdLst/>
            <a:ahLst/>
            <a:cxnLst/>
            <a:rect r="r" b="b" t="t" l="l"/>
            <a:pathLst>
              <a:path h="1267118" w="5868755">
                <a:moveTo>
                  <a:pt x="0" y="0"/>
                </a:moveTo>
                <a:lnTo>
                  <a:pt x="5868756" y="0"/>
                </a:lnTo>
                <a:lnTo>
                  <a:pt x="5868756" y="1267117"/>
                </a:lnTo>
                <a:lnTo>
                  <a:pt x="0" y="12671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54769" y="1178392"/>
            <a:ext cx="6266192" cy="7930216"/>
            <a:chOff x="0" y="0"/>
            <a:chExt cx="6021070" cy="762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2234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022340">
                  <a:moveTo>
                    <a:pt x="3011170" y="0"/>
                  </a:moveTo>
                  <a:cubicBezTo>
                    <a:pt x="1348147" y="0"/>
                    <a:pt x="0" y="1705795"/>
                    <a:pt x="0" y="3810000"/>
                  </a:cubicBezTo>
                  <a:cubicBezTo>
                    <a:pt x="0" y="5914205"/>
                    <a:pt x="1348147" y="7620000"/>
                    <a:pt x="3011170" y="7620000"/>
                  </a:cubicBezTo>
                  <a:cubicBezTo>
                    <a:pt x="4674193" y="7620000"/>
                    <a:pt x="6022340" y="5914205"/>
                    <a:pt x="6022340" y="3810000"/>
                  </a:cubicBezTo>
                  <a:cubicBezTo>
                    <a:pt x="6022340" y="1705795"/>
                    <a:pt x="4674193" y="0"/>
                    <a:pt x="301117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9200" r="0" b="-920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4367702">
            <a:off x="7913323" y="1146478"/>
            <a:ext cx="1928761" cy="1016983"/>
          </a:xfrm>
          <a:custGeom>
            <a:avLst/>
            <a:gdLst/>
            <a:ahLst/>
            <a:cxnLst/>
            <a:rect r="r" b="b" t="t" l="l"/>
            <a:pathLst>
              <a:path h="1016983" w="1928761">
                <a:moveTo>
                  <a:pt x="0" y="0"/>
                </a:moveTo>
                <a:lnTo>
                  <a:pt x="1928761" y="0"/>
                </a:lnTo>
                <a:lnTo>
                  <a:pt x="1928761" y="1016983"/>
                </a:lnTo>
                <a:lnTo>
                  <a:pt x="0" y="1016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098156">
            <a:off x="15491706" y="1134067"/>
            <a:ext cx="1928761" cy="1016983"/>
          </a:xfrm>
          <a:custGeom>
            <a:avLst/>
            <a:gdLst/>
            <a:ahLst/>
            <a:cxnLst/>
            <a:rect r="r" b="b" t="t" l="l"/>
            <a:pathLst>
              <a:path h="1016983" w="1928761">
                <a:moveTo>
                  <a:pt x="0" y="0"/>
                </a:moveTo>
                <a:lnTo>
                  <a:pt x="1928761" y="0"/>
                </a:lnTo>
                <a:lnTo>
                  <a:pt x="1928761" y="1016983"/>
                </a:lnTo>
                <a:lnTo>
                  <a:pt x="0" y="10169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52197" y="4051916"/>
            <a:ext cx="8500772" cy="494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4"/>
              </a:lnSpc>
            </a:pPr>
            <a:r>
              <a:rPr lang="en-US" sz="281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Las amenazas al medio ambiente provienen principalmente de la actividad humana, como la deforestación, la sobreexplotación de recursos naturales y la destrucción de hábitats. Estas acciones provocan un deterioro irreversible de los ecosistemas, aceleran el cambio climático y agravan la pérdida de biodiversidad y la degradación del suelo, poniendo en peligro la estabilidad ambiental y la calidad de vida en el planeta.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-5311116" y="4254236"/>
            <a:ext cx="10620542" cy="1444985"/>
            <a:chOff x="0" y="0"/>
            <a:chExt cx="2797180" cy="3805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97180" cy="380572"/>
            </a:xfrm>
            <a:custGeom>
              <a:avLst/>
              <a:gdLst/>
              <a:ahLst/>
              <a:cxnLst/>
              <a:rect r="r" b="b" t="t" l="l"/>
              <a:pathLst>
                <a:path h="380572" w="2797180">
                  <a:moveTo>
                    <a:pt x="0" y="0"/>
                  </a:moveTo>
                  <a:lnTo>
                    <a:pt x="2797180" y="0"/>
                  </a:lnTo>
                  <a:lnTo>
                    <a:pt x="2797180" y="380572"/>
                  </a:lnTo>
                  <a:lnTo>
                    <a:pt x="0" y="380572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797180" cy="418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400000">
            <a:off x="12978655" y="4587779"/>
            <a:ext cx="10620542" cy="1444985"/>
            <a:chOff x="0" y="0"/>
            <a:chExt cx="2797180" cy="3805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97180" cy="380572"/>
            </a:xfrm>
            <a:custGeom>
              <a:avLst/>
              <a:gdLst/>
              <a:ahLst/>
              <a:cxnLst/>
              <a:rect r="r" b="b" t="t" l="l"/>
              <a:pathLst>
                <a:path h="380572" w="2797180">
                  <a:moveTo>
                    <a:pt x="0" y="0"/>
                  </a:moveTo>
                  <a:lnTo>
                    <a:pt x="2797180" y="0"/>
                  </a:lnTo>
                  <a:lnTo>
                    <a:pt x="2797180" y="380572"/>
                  </a:lnTo>
                  <a:lnTo>
                    <a:pt x="0" y="380572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97180" cy="418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04059" y="1054567"/>
            <a:ext cx="6597048" cy="1899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3"/>
              </a:lnSpc>
            </a:pPr>
            <a:r>
              <a:rPr lang="en-US" sz="11705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AMENAZAS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3453">
            <a:off x="3654752" y="2915036"/>
            <a:ext cx="7521265" cy="1623909"/>
          </a:xfrm>
          <a:custGeom>
            <a:avLst/>
            <a:gdLst/>
            <a:ahLst/>
            <a:cxnLst/>
            <a:rect r="r" b="b" t="t" l="l"/>
            <a:pathLst>
              <a:path h="1623909" w="7521265">
                <a:moveTo>
                  <a:pt x="0" y="0"/>
                </a:moveTo>
                <a:lnTo>
                  <a:pt x="7521264" y="0"/>
                </a:lnTo>
                <a:lnTo>
                  <a:pt x="7521264" y="1623909"/>
                </a:lnTo>
                <a:lnTo>
                  <a:pt x="0" y="16239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87876" y="2332348"/>
            <a:ext cx="5482971" cy="8229600"/>
          </a:xfrm>
          <a:custGeom>
            <a:avLst/>
            <a:gdLst/>
            <a:ahLst/>
            <a:cxnLst/>
            <a:rect r="r" b="b" t="t" l="l"/>
            <a:pathLst>
              <a:path h="8229600" w="5482971">
                <a:moveTo>
                  <a:pt x="0" y="0"/>
                </a:moveTo>
                <a:lnTo>
                  <a:pt x="5482971" y="0"/>
                </a:lnTo>
                <a:lnTo>
                  <a:pt x="54829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05668" y="4370152"/>
            <a:ext cx="10917788" cy="427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5"/>
              </a:lnSpc>
            </a:pPr>
            <a:r>
              <a:rPr lang="en-US" sz="30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contaminación se manifiesta en distintas formas: la del aire, con emisiones de gases y partículas tóxicas; la del agua, provocada por vertidos industriales, agrícolas y domésticos; y la del suelo, derivada de residuos sólidos y productos químicos, entre otras. Todas estas formas dañan la salud humana, los ecosistemas y agravan el cambio climático, exigiendo acciones urgentes para su control y prevención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139656" y="-224855"/>
            <a:ext cx="20567313" cy="1028700"/>
            <a:chOff x="0" y="0"/>
            <a:chExt cx="5416905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16905" cy="270933"/>
            </a:xfrm>
            <a:custGeom>
              <a:avLst/>
              <a:gdLst/>
              <a:ahLst/>
              <a:cxnLst/>
              <a:rect r="r" b="b" t="t" l="l"/>
              <a:pathLst>
                <a:path h="270933" w="5416905">
                  <a:moveTo>
                    <a:pt x="0" y="0"/>
                  </a:moveTo>
                  <a:lnTo>
                    <a:pt x="5416905" y="0"/>
                  </a:lnTo>
                  <a:lnTo>
                    <a:pt x="5416905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16905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661053">
            <a:off x="-789070" y="8276704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0" y="0"/>
                </a:moveTo>
                <a:lnTo>
                  <a:pt x="3635540" y="0"/>
                </a:lnTo>
                <a:lnTo>
                  <a:pt x="3635540" y="1963192"/>
                </a:lnTo>
                <a:lnTo>
                  <a:pt x="0" y="1963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972298">
            <a:off x="15441530" y="617136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0" y="0"/>
                </a:moveTo>
                <a:lnTo>
                  <a:pt x="3635540" y="0"/>
                </a:lnTo>
                <a:lnTo>
                  <a:pt x="3635540" y="1963192"/>
                </a:lnTo>
                <a:lnTo>
                  <a:pt x="0" y="1963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1221" y="1527153"/>
            <a:ext cx="11868325" cy="1505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6"/>
              </a:lnSpc>
            </a:pPr>
            <a:r>
              <a:rPr lang="en-US" sz="9211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TIPOS DE CONTAMINACIÓN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13453">
            <a:off x="2494699" y="3767092"/>
            <a:ext cx="6587768" cy="1422359"/>
          </a:xfrm>
          <a:custGeom>
            <a:avLst/>
            <a:gdLst/>
            <a:ahLst/>
            <a:cxnLst/>
            <a:rect r="r" b="b" t="t" l="l"/>
            <a:pathLst>
              <a:path h="1422359" w="6587768">
                <a:moveTo>
                  <a:pt x="0" y="0"/>
                </a:moveTo>
                <a:lnTo>
                  <a:pt x="6587768" y="0"/>
                </a:lnTo>
                <a:lnTo>
                  <a:pt x="6587768" y="1422359"/>
                </a:lnTo>
                <a:lnTo>
                  <a:pt x="0" y="1422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47323" y="5000593"/>
            <a:ext cx="9313429" cy="399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9"/>
              </a:lnSpc>
            </a:pPr>
            <a:r>
              <a:rPr lang="en-US" sz="284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impacto del cambio climático se manifiesta en fenómenos como el aumento de temperaturas, desastres naturales más frecuentes y la pérdida de biodiversidad, afectando directamente la vida en el planeta. Este escenario resalta la necesidad del cuidado ambiental, ya que proteger y conservar los recursos naturales es esencial para mitigar estos efectos y garantizar un equilibrio sostenible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175337" y="1293702"/>
            <a:ext cx="6083963" cy="7699595"/>
            <a:chOff x="0" y="0"/>
            <a:chExt cx="6021070" cy="762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22340" cy="7620000"/>
            </a:xfrm>
            <a:custGeom>
              <a:avLst/>
              <a:gdLst/>
              <a:ahLst/>
              <a:cxnLst/>
              <a:rect r="r" b="b" t="t" l="l"/>
              <a:pathLst>
                <a:path h="7620000" w="6022340">
                  <a:moveTo>
                    <a:pt x="3011170" y="0"/>
                  </a:moveTo>
                  <a:cubicBezTo>
                    <a:pt x="1348147" y="0"/>
                    <a:pt x="0" y="1705795"/>
                    <a:pt x="0" y="3810000"/>
                  </a:cubicBezTo>
                  <a:cubicBezTo>
                    <a:pt x="0" y="5914205"/>
                    <a:pt x="1348147" y="7620000"/>
                    <a:pt x="3011170" y="7620000"/>
                  </a:cubicBezTo>
                  <a:cubicBezTo>
                    <a:pt x="4674193" y="7620000"/>
                    <a:pt x="6022340" y="5914205"/>
                    <a:pt x="6022340" y="3810000"/>
                  </a:cubicBezTo>
                  <a:cubicBezTo>
                    <a:pt x="6022340" y="1705795"/>
                    <a:pt x="4674193" y="0"/>
                    <a:pt x="3011170" y="0"/>
                  </a:cubicBezTo>
                  <a:close/>
                </a:path>
              </a:pathLst>
            </a:custGeom>
            <a:blipFill>
              <a:blip r:embed="rId5"/>
              <a:stretch>
                <a:fillRect l="-44778" t="0" r="-4477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9572765">
            <a:off x="9803329" y="-223753"/>
            <a:ext cx="3635541" cy="1963192"/>
          </a:xfrm>
          <a:custGeom>
            <a:avLst/>
            <a:gdLst/>
            <a:ahLst/>
            <a:cxnLst/>
            <a:rect r="r" b="b" t="t" l="l"/>
            <a:pathLst>
              <a:path h="1963192" w="3635541">
                <a:moveTo>
                  <a:pt x="0" y="0"/>
                </a:moveTo>
                <a:lnTo>
                  <a:pt x="3635540" y="0"/>
                </a:lnTo>
                <a:lnTo>
                  <a:pt x="3635540" y="1963192"/>
                </a:lnTo>
                <a:lnTo>
                  <a:pt x="0" y="1963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936815">
            <a:off x="15674836" y="735095"/>
            <a:ext cx="2118857" cy="1117216"/>
          </a:xfrm>
          <a:custGeom>
            <a:avLst/>
            <a:gdLst/>
            <a:ahLst/>
            <a:cxnLst/>
            <a:rect r="r" b="b" t="t" l="l"/>
            <a:pathLst>
              <a:path h="1117216" w="2118857">
                <a:moveTo>
                  <a:pt x="0" y="0"/>
                </a:moveTo>
                <a:lnTo>
                  <a:pt x="2118858" y="0"/>
                </a:lnTo>
                <a:lnTo>
                  <a:pt x="2118858" y="1117215"/>
                </a:lnTo>
                <a:lnTo>
                  <a:pt x="0" y="11172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32135" y="1207977"/>
            <a:ext cx="8143807" cy="269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55"/>
              </a:lnSpc>
            </a:pPr>
            <a:r>
              <a:rPr lang="en-US" sz="8558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IMPACTO DEL CAMBIO CLIMÁTICO</a:t>
            </a:r>
          </a:p>
        </p:txBody>
      </p:sp>
      <p:grpSp>
        <p:nvGrpSpPr>
          <p:cNvPr name="Group 10" id="10"/>
          <p:cNvGrpSpPr/>
          <p:nvPr/>
        </p:nvGrpSpPr>
        <p:grpSpPr>
          <a:xfrm rot="5964413">
            <a:off x="16184322" y="8258347"/>
            <a:ext cx="4107427" cy="3533216"/>
            <a:chOff x="0" y="0"/>
            <a:chExt cx="1081792" cy="930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1792" cy="930559"/>
            </a:xfrm>
            <a:custGeom>
              <a:avLst/>
              <a:gdLst/>
              <a:ahLst/>
              <a:cxnLst/>
              <a:rect r="r" b="b" t="t" l="l"/>
              <a:pathLst>
                <a:path h="930559" w="1081792">
                  <a:moveTo>
                    <a:pt x="0" y="0"/>
                  </a:moveTo>
                  <a:lnTo>
                    <a:pt x="1081792" y="0"/>
                  </a:lnTo>
                  <a:lnTo>
                    <a:pt x="1081792" y="930559"/>
                  </a:lnTo>
                  <a:lnTo>
                    <a:pt x="0" y="930559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81792" cy="968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5755690">
            <a:off x="-2053714" y="-1008765"/>
            <a:ext cx="4107427" cy="3533216"/>
            <a:chOff x="0" y="0"/>
            <a:chExt cx="1081792" cy="930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1792" cy="930559"/>
            </a:xfrm>
            <a:custGeom>
              <a:avLst/>
              <a:gdLst/>
              <a:ahLst/>
              <a:cxnLst/>
              <a:rect r="r" b="b" t="t" l="l"/>
              <a:pathLst>
                <a:path h="930559" w="1081792">
                  <a:moveTo>
                    <a:pt x="0" y="0"/>
                  </a:moveTo>
                  <a:lnTo>
                    <a:pt x="1081792" y="0"/>
                  </a:lnTo>
                  <a:lnTo>
                    <a:pt x="1081792" y="930559"/>
                  </a:lnTo>
                  <a:lnTo>
                    <a:pt x="0" y="930559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81792" cy="968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34825" y="940026"/>
            <a:ext cx="8018350" cy="220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32"/>
              </a:lnSpc>
            </a:pPr>
            <a:r>
              <a:rPr lang="en-US" sz="13497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CONCLUSIÓN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13453">
            <a:off x="5638612" y="2827752"/>
            <a:ext cx="7010776" cy="1513690"/>
          </a:xfrm>
          <a:custGeom>
            <a:avLst/>
            <a:gdLst/>
            <a:ahLst/>
            <a:cxnLst/>
            <a:rect r="r" b="b" t="t" l="l"/>
            <a:pathLst>
              <a:path h="1513690" w="7010776">
                <a:moveTo>
                  <a:pt x="0" y="0"/>
                </a:moveTo>
                <a:lnTo>
                  <a:pt x="7010776" y="0"/>
                </a:lnTo>
                <a:lnTo>
                  <a:pt x="7010776" y="1513690"/>
                </a:lnTo>
                <a:lnTo>
                  <a:pt x="0" y="15136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52193" y="4455275"/>
            <a:ext cx="3901646" cy="3901646"/>
          </a:xfrm>
          <a:custGeom>
            <a:avLst/>
            <a:gdLst/>
            <a:ahLst/>
            <a:cxnLst/>
            <a:rect r="r" b="b" t="t" l="l"/>
            <a:pathLst>
              <a:path h="3901646" w="3901646">
                <a:moveTo>
                  <a:pt x="0" y="0"/>
                </a:moveTo>
                <a:lnTo>
                  <a:pt x="3901646" y="0"/>
                </a:lnTo>
                <a:lnTo>
                  <a:pt x="3901646" y="3901646"/>
                </a:lnTo>
                <a:lnTo>
                  <a:pt x="0" y="3901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34161" y="4388600"/>
            <a:ext cx="10949387" cy="4096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9"/>
              </a:lnSpc>
            </a:pPr>
            <a:r>
              <a:rPr lang="en-US" sz="33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 conclusión, el cuidado del ambiente es fundamental para garantizar un futuro sostenible. Ante amenazas como la deforestación, la contaminación y el cambio climático, es necesario tomar acciones responsables que protejan nuestro planeta. Gracias por su atención y compromiso con este importante tema.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1341848"/>
            <a:ext cx="4810975" cy="1320220"/>
            <a:chOff x="0" y="0"/>
            <a:chExt cx="1267088" cy="3477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7088" cy="347712"/>
            </a:xfrm>
            <a:custGeom>
              <a:avLst/>
              <a:gdLst/>
              <a:ahLst/>
              <a:cxnLst/>
              <a:rect r="r" b="b" t="t" l="l"/>
              <a:pathLst>
                <a:path h="347712" w="1267088">
                  <a:moveTo>
                    <a:pt x="0" y="0"/>
                  </a:moveTo>
                  <a:lnTo>
                    <a:pt x="1267088" y="0"/>
                  </a:lnTo>
                  <a:lnTo>
                    <a:pt x="1267088" y="347712"/>
                  </a:lnTo>
                  <a:lnTo>
                    <a:pt x="0" y="347712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67088" cy="385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1936815">
            <a:off x="15388950" y="3546820"/>
            <a:ext cx="2118857" cy="1117216"/>
          </a:xfrm>
          <a:custGeom>
            <a:avLst/>
            <a:gdLst/>
            <a:ahLst/>
            <a:cxnLst/>
            <a:rect r="r" b="b" t="t" l="l"/>
            <a:pathLst>
              <a:path h="1117216" w="2118857">
                <a:moveTo>
                  <a:pt x="0" y="0"/>
                </a:moveTo>
                <a:lnTo>
                  <a:pt x="2118857" y="0"/>
                </a:lnTo>
                <a:lnTo>
                  <a:pt x="2118857" y="1117215"/>
                </a:lnTo>
                <a:lnTo>
                  <a:pt x="0" y="11172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492329" y="9377468"/>
            <a:ext cx="22894891" cy="1819064"/>
            <a:chOff x="0" y="0"/>
            <a:chExt cx="6029930" cy="47909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29930" cy="479095"/>
            </a:xfrm>
            <a:custGeom>
              <a:avLst/>
              <a:gdLst/>
              <a:ahLst/>
              <a:cxnLst/>
              <a:rect r="r" b="b" t="t" l="l"/>
              <a:pathLst>
                <a:path h="479095" w="6029930">
                  <a:moveTo>
                    <a:pt x="0" y="0"/>
                  </a:moveTo>
                  <a:lnTo>
                    <a:pt x="6029930" y="0"/>
                  </a:lnTo>
                  <a:lnTo>
                    <a:pt x="6029930" y="479095"/>
                  </a:lnTo>
                  <a:lnTo>
                    <a:pt x="0" y="479095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029930" cy="517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77025" y="1341848"/>
            <a:ext cx="4810975" cy="1320220"/>
            <a:chOff x="0" y="0"/>
            <a:chExt cx="1267088" cy="3477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7088" cy="347712"/>
            </a:xfrm>
            <a:custGeom>
              <a:avLst/>
              <a:gdLst/>
              <a:ahLst/>
              <a:cxnLst/>
              <a:rect r="r" b="b" t="t" l="l"/>
              <a:pathLst>
                <a:path h="347712" w="1267088">
                  <a:moveTo>
                    <a:pt x="0" y="0"/>
                  </a:moveTo>
                  <a:lnTo>
                    <a:pt x="1267088" y="0"/>
                  </a:lnTo>
                  <a:lnTo>
                    <a:pt x="1267088" y="347712"/>
                  </a:lnTo>
                  <a:lnTo>
                    <a:pt x="0" y="347712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67088" cy="385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2879" y="2406243"/>
            <a:ext cx="11830208" cy="406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71"/>
              </a:lnSpc>
            </a:pPr>
            <a:r>
              <a:rPr lang="en-US" sz="25017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13453">
            <a:off x="4477470" y="6091125"/>
            <a:ext cx="9748565" cy="2104804"/>
          </a:xfrm>
          <a:custGeom>
            <a:avLst/>
            <a:gdLst/>
            <a:ahLst/>
            <a:cxnLst/>
            <a:rect r="r" b="b" t="t" l="l"/>
            <a:pathLst>
              <a:path h="2104804" w="9748565">
                <a:moveTo>
                  <a:pt x="0" y="0"/>
                </a:moveTo>
                <a:lnTo>
                  <a:pt x="9748565" y="0"/>
                </a:lnTo>
                <a:lnTo>
                  <a:pt x="9748565" y="2104804"/>
                </a:lnTo>
                <a:lnTo>
                  <a:pt x="0" y="21048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665560">
            <a:off x="16922750" y="-2363073"/>
            <a:ext cx="2712052" cy="12975644"/>
            <a:chOff x="0" y="0"/>
            <a:chExt cx="714285" cy="3417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4285" cy="3417453"/>
            </a:xfrm>
            <a:custGeom>
              <a:avLst/>
              <a:gdLst/>
              <a:ahLst/>
              <a:cxnLst/>
              <a:rect r="r" b="b" t="t" l="l"/>
              <a:pathLst>
                <a:path h="3417453" w="714285">
                  <a:moveTo>
                    <a:pt x="0" y="0"/>
                  </a:moveTo>
                  <a:lnTo>
                    <a:pt x="714285" y="0"/>
                  </a:lnTo>
                  <a:lnTo>
                    <a:pt x="714285" y="3417453"/>
                  </a:lnTo>
                  <a:lnTo>
                    <a:pt x="0" y="3417453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14285" cy="34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649612">
            <a:off x="-1367037" y="-1511969"/>
            <a:ext cx="2506779" cy="12975644"/>
            <a:chOff x="0" y="0"/>
            <a:chExt cx="660222" cy="3417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222" cy="3417453"/>
            </a:xfrm>
            <a:custGeom>
              <a:avLst/>
              <a:gdLst/>
              <a:ahLst/>
              <a:cxnLst/>
              <a:rect r="r" b="b" t="t" l="l"/>
              <a:pathLst>
                <a:path h="3417453" w="660222">
                  <a:moveTo>
                    <a:pt x="0" y="0"/>
                  </a:moveTo>
                  <a:lnTo>
                    <a:pt x="660222" y="0"/>
                  </a:lnTo>
                  <a:lnTo>
                    <a:pt x="660222" y="3417453"/>
                  </a:lnTo>
                  <a:lnTo>
                    <a:pt x="0" y="3417453"/>
                  </a:lnTo>
                  <a:close/>
                </a:path>
              </a:pathLst>
            </a:custGeom>
            <a:solidFill>
              <a:srgbClr val="71A2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222" cy="3455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DAG_rooG8pY</dc:identifier>
  <dcterms:modified xsi:type="dcterms:W3CDTF">2011-08-01T06:04:30Z</dcterms:modified>
  <cp:revision>1</cp:revision>
</cp:coreProperties>
</file>